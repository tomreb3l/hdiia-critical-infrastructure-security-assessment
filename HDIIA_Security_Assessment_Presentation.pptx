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HDIIA Critical Infrastructure Security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Architecture Portfolio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cybersecurity assessment lifecycle from business context to target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Context → Assets → Threats → Risks → Controls → Architecture →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Security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HDIIA has baseline security capabilities and requires transition toward mature security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and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Threat scenarios mapped to business impact, affected assets and security risks.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Control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Controls mapped to risks using NIST CSF and ISO 27001 alignment.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Defense in Depth, Zero Trust, Identity Security, Network Security and Resilience.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Improvement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Prioritized implementation plan with maturity targets and measurable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MFA coverage, logging coverage, recovery testing and security improvement indicators.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complete security transformation roadmap suitable for critical infrastructure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